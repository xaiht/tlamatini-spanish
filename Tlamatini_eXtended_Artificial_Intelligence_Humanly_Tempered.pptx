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DOSSIER TÉCNICO COMPLETO EN ESPAÑOL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120640" cy="5943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Cósmico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5577840" cy="1051560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Asistente de desarrollo autoalojada con RAG, Multi-Turn, 88 agents, ACPX, Skills, flows visuales y build Windows.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1143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88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EFECTIVAS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251,114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852160" cy="29260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Generado September 06, 2026 11:24 AM UTC-0600 - HEAD 272d6ac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RELEASE Y DESARROLLO SE REPORTAN POR SEPARADO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Identidad comprobable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Tag vigente: v1.50.6s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Commit del tag: 1339fc7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Versión visible: 1.50.6s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91072" y="1463040"/>
            <a:ext cx="51206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664208"/>
            <a:ext cx="4718303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Main auditado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121408"/>
            <a:ext cx="4718303" cy="372160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HEAD: 272d6ac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origin/main: 272d6ac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5 commits posteriores al tag</a:t>
            </a:r>
          </a:p>
          <a:p>
            <a:pPr>
              <a:spcAft>
                <a:spcPts val="4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t>El build registra el commit real sin mover el tag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ESPAÑOL MATRIZ, PROTOCOLO TÉCNICO ESTABLE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Contrato NEPANTLA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444752"/>
            <a:ext cx="10561320" cy="4590288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444752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645920"/>
            <a:ext cx="10158984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Reglas de idioma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03120"/>
            <a:ext cx="10158984" cy="3785615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Español como lengua matriz de toda prosa destinada a personas.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Agents, tools, parameters, fields, keys, enums, sentinels, paths y código conservan inglés byte-stable.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El prompt del usuario pasa verbatim: nunca se traduce mecánicamente antes del modelo.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La respuesta se genera nativamente en español y tampoco se post-traduce.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GUI chrome y descripciones visibles sí se localizan. Logs y outputs machine pueden permanecer ingleses o mixtos.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El pipeline N1/N2/N3, DNT fence, termbase y model-capability flags están implementados; la escalera PROPOSE-VERIFY-ESCALATE completa sigue como diseño prospectivo.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CAPAS Y RESPONSABILIDADES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Arquitectura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Interacción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Presentación: Django templates, 37 módulos JavaScript y 11 CSS sirven login, chat y canvas ACP.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Transporte: Daphne, Django Channels y WebSocket conectan UI, estado de ejecución y respuestas incrementales.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Conocimiento: RAG combina FAISS, BM25, extracción de metadata, budgets de contexto y fallback a files cargados.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Ejecución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Orquestación: Multi-Turn planifica, selecciona tools, pide permiso mediante Ask Execs y clasifica resultados con Exec Report.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Agents: 88 templates visuales y 66 wrapped launchers corren en copias aisladas con config, status, log y `INI_SECTION_*`.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Extensibilidad: ACPX expone coding-agent CLIs; Skills empaquetan procedimientos; External MCP agrega tools dinámicas `ext__*`.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Persistencia y entrega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Datos: SQLite WAL conserva aplicación e historial; `sqlite_copy.py` hace backup/swap consistente y verifica `quick_check`.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Build: PyInstaller, Python acarreado, NSIS, metadata Git, bundles público/privado y self-modify producen la distribución Windows.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DEL BROWSER A UNA RESPUESTA CON EVIDENCIA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Ruta de una petición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24028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404872"/>
            <a:ext cx="1444752" cy="25603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59736" y="2414016"/>
            <a:ext cx="246888" cy="25603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224028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9776" y="2404872"/>
            <a:ext cx="1444752" cy="25603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14016"/>
            <a:ext cx="246888" cy="25603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44568" y="224028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404872"/>
            <a:ext cx="1444752" cy="25603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5624" y="2414016"/>
            <a:ext cx="246888" cy="25603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2512" y="224028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2404872"/>
            <a:ext cx="1444752" cy="25603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73567" y="2414016"/>
            <a:ext cx="246888" cy="25603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5" y="224028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3607" y="2404872"/>
            <a:ext cx="1444752" cy="25603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1511" y="2414016"/>
            <a:ext cx="246888" cy="25603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58399" y="224028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31551" y="2404872"/>
            <a:ext cx="1444752" cy="25603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Respuesta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3520440"/>
            <a:ext cx="1056132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8" y="352044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" y="3721608"/>
            <a:ext cx="10158984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Controles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4178808"/>
            <a:ext cx="10158984" cy="152704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Ask Execs confirma cambios; Exec Report clasifica resultados.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Self-healing aplica watchdog; Hard Cancel usa epochs por usuario.</a:t>
            </a:r>
          </a:p>
          <a:p>
            <a:pPr>
              <a:spcAft>
                <a:spcPts val="4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t>NEPANTLA conserva sentinels y genera la prosa final en español.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SUPERFICIE OPERATIVA DERIVADA DEL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Capacidades implementadas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Código y conocimiento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Contexto de files/directories, RAG híbrido y respuestas ancladas a source.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Edición y búsqueda determinista con Globber, Grepper, Editor y File-Creator.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Ejecución con Executer/Pythonxer, timeout, cancelación y reportes por agent.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Automatización visible con Playwrighter, Shoter, Mouser, Keyboarder y Windower.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Medios e infraestructura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Documentos mediante PDFer y LaTeXer; audio/video mediante Talker, Whisperer, Recorder y Video-Analyzer.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DevOps con Dockerer, Kuberneter, Jenkinser, Gitter, Apirer, SSHer y SCPer.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Hardware con STM32er, ESP32er, Arduiner y ESPHomer; engines mediante Blenderer y Unrealer.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Mensajería mediante Telegrammer, Whatsapper, Zavuerer, TeleTlamatini y Instant Messaging Doctor.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Seguridad y extensibilidad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Seguridad autorizada con Reviewer, Analyzer, Discoverer, Nmapper y Kalier; el toolkit Blue-hat de Windows lo opera una administradora.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ACPX coordina agentes externos; 29 Skills agregan procedimientos versionados e invocables.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NetSpeed-Calculator mide throughput, latencia, jitter, loss y bufferbloat con incertidumbre estadística.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FlowCreator y Parametrizer convierten objetivos y outputs estructurados en flows reproducibles.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CINCO COMMITS POSTERIORES AL 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Desarrollo actual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Español y composición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Release `v1.50.6s` en `1339fc7`; `main` auditado en `272d6ac`, cinco commits posterior. La versión visible no inventa un tag nuevo y el build registra el commit real.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`views.py` carga `agents_descriptions.md` y superpone `agents_descriptions.es.md` agent por agent. Un overlay incompleto falla hacia inglés sin perder tooltips.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`chat_agent_runtime._build_child_env()` exporta `TLAMATINI_AGENTS_ROOT`; Playwrighter puede localizar al agent hermano Shoter desde wrapped runs de chat.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La prueba diaria incorpora barridos visibles de nueve dialogs ACP, tema, toggles bulk, Playwrighter/Shoter y un corpus reanudable de 1,000 preguntas españolas.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Protocolo y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`Referenced Rephrase:` es sentinel machine estable en productor, WebSocket, history loader y prompt; se filtra y se añade exactamente una vez.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Parametrizer promueve los fields actuales de Summarizer, Shoter, Reviewer, Analyzer, Telegrammer y Whatsapper, incluidos `target_words`, `all_screens`, `error`, `min_severity`, `mode` y `direction`.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El proceso Django frozen excluye Transformers/Torch; el Python acarreado conserva y prueba Torch CPU-only para Talker/Whisperer. El build rechaza DLLs CUDA residuales y `pkg.zip` mayor de 2.8 GB.</a:t>
            </a:r>
          </a:p>
          <a:p>
            <a:pPr>
              <a:spcAft>
                <a:spcPts val="400"/>
              </a:spcAft>
              <a:defRPr sz="1000">
                <a:solidFill>
                  <a:srgbClr val="B4BAAE"/>
                </a:solidFill>
                <a:latin typeface="Aptos"/>
              </a:defRPr>
            </a:pPr>
            <a:r>
              <a:t>Ctrl+C activa un Event, el cleanup corre fuera del signal handler y un watchdog fuerza salida a los 12 s. Un segundo Ctrl+C termina inmediatamente.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Privacidad y seguridad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El build público distingue un clone limpio de un tree con secrets mediante `privacy_preflight()`. Ante evidencia privada sin targets, se niega por defecto.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Deleter separa `target_path` de `files_to_delete`, exige opt-in para borrar directories y rechaza roots/protected paths con razón estructurada.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Googler decodifica trackers de Bing tras `html.unescape()` y filtra links propios/sociales/newsletter sin inventar destinos.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RUTAS DE OPERADORA Y DEVELOPER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Instalación y uso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Inicio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Instalación: descargar el Installer de Releases o crear un entorno Python 3.12 y ejecutar migrations/collectstatic/runserver desde source.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Primer arranque: cambiar `user/changeme`, abrir Config, elegir provider/model y configurar sólo las keys necesarias.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Chat y canvas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Chat: cargar contexto, activar Multi-Turn cuando se requieran tools, Exec Report para evidencia y Ask Execs para confirmar cambios.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Canvas ACP: arrastrar agents, configurar cada node, conectar source/target, validar, guardar `.flw` y ejecutar.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Estado y extensiones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ACPX y Skills están apagados por defecto. Activa únicamente lo necesario y revisa dependencias antes de invocar.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Files temporales viven en `&lt;app&gt;/Temp`; proyectos generados usan `&lt;app&gt;/Templates`; database y config de usuario sobreviven self-update.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LÍMITES VERIFICABLES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Release, privacidad y seguridad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Identidad y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`agent/version.py::get_version()` resuelve tag/build metadata; `strip_edition_suffix()` quita `s` sólo para comparaciones o tuples numéricos.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El build privado keyed puede incluir contacts reales y configs regenerados. El público regenera placeholders, limpia targets y verifica ausencia de leaks.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Datos privados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Los configs vivos, `data.keys`, contacts y External-MCP secrets nunca se reproducen en este dossier ni en `TlamatiniSourceCode/` público.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El toolkit Blue-hat en `security/` cambia políticas Windows sólo cuando una administradora lo ejecuta. Sus `security_logs` son privados, gitignored y preservados por update.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Scanning y diseño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`.scanning/finding-policy.json` acepta únicamente findings concretos con rule/path/message y justificación; no desactiva scanners globalmente.</a:t>
            </a:r>
          </a:p>
          <a:p>
            <a:pPr>
              <a:spcAft>
                <a:spcPts val="4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t>`10000xRedesignOfUpdatingMechanicsOnTlamatini.md`, `DesignOfIncludingMemoryMCPS.txt` y `MCPMemoriesFlowCreation.flw` describen propuestas. No equivalen a runtime implementado.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88 TEMPLATES TRACKED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Catálogo completo de workflow agents (1/3)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Agents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acpxer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apirer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audioplayer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camcorder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crawler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deleter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editor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esp32er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file_creator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flowbacker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Agents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analyzer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arduiner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barrier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cleaner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croner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discoverer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emailer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esphomer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file_extractor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flowcreator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Agents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and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asker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blenderer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counter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de_compresser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dockerer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ender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executer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file_interpreter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flowhypervisor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88 TEMPLATES TRACKED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Catálogo completo de workflow agents (2/3)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Agents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forker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gitter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grepper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j_decompiler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keyboarder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kyber_decipher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mcp_doctor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monitor_netstat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netspeed_calculator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notifier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Agents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gateway_relayer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globber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image_interpreter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jenkinser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kuberneter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kyber_keygen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mongoxer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mouser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nmapper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Agents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gatewayer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googler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instant_messaging_doctor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kyber_cipher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latexer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monitor_log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mover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node_manager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parametrizer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88 TEMPLATES TRACKED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Catálogo completo de workflow agents (3/3)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Agents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pdfer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pser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recmailer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scper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sqler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stm32er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talker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unrealer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whatsapper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zavuerer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Agents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playwrighter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pythonxer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recorder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shoter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ssher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stopper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telegrammer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video_analyzer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whisperer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Agents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prompter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raiser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reviewer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sleeper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starter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summarizer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teletlamatini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videoplayer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windower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29 PACKAGES CON SKILL.MD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Catálogo completo de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44752"/>
            <a:ext cx="3442106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Skills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acp_router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create_new_agent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github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jira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roblox_studio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skill_creator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tlamatini_allowed_hosts_tighten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tlamatini_flow_from_objective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tlamatini_planner_trace_replay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trello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4794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4794" y="1444752"/>
            <a:ext cx="3442106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5962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Skills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5962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adding_external_mcp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create_new_mcp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gmail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kali_pentest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security_audit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slack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tlamatini_csrf_exempt_audit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tlamatini_flw_doctor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tlamatini_static_version_bumper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weather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1220" y="1444752"/>
            <a:ext cx="3442106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1220" y="1444752"/>
            <a:ext cx="3442106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92388" y="1645920"/>
            <a:ext cx="3039770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Skills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2388" y="2103120"/>
            <a:ext cx="3039770" cy="376732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code_review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flow_making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hello_world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notion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setup_new_acpx_key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summarize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tlamatini_exec_report_row_adder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tlamatini_new_acp_agent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todoist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FILES `.PMT` Y `.FLW` TRACKED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Prompts y flows de control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444752"/>
            <a:ext cx="10561320" cy="4590288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444752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645920"/>
            <a:ext cx="10158984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Inventario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03120"/>
            <a:ext cx="10158984" cy="3785615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MCPMemoriesFlowCreation.flw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Tlamatini/agent/agents/flowhypervisor/monitoring-prompt.pmt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Tlamatini/agent/prompt.pmt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demo_flows/demo1_globber_to_parametrizer_to_zavuerer.flw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demo_flows/demo2_apirer_to_parametrizer_to_zavuerer.flw</a:t>
            </a:r>
          </a:p>
          <a:p>
            <a:pPr>
              <a:spcAft>
                <a:spcPts val="4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t>demo_flows/demo3_zavuerer_health_to_parametrizer_to_filecreator.flw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INVENTARIO DERIVADO EXCLUSIVAMENTE DE GIT TRACKED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Métricas del repository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17320"/>
            <a:ext cx="19202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554480"/>
            <a:ext cx="1627632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1801368"/>
            <a:ext cx="1627632" cy="3474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1,143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16352" y="1417320"/>
            <a:ext cx="19202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554480"/>
            <a:ext cx="1627632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EFECTIVAS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62656" y="1801368"/>
            <a:ext cx="1627632" cy="3474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251,114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19472" y="1417320"/>
            <a:ext cx="19202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5776" y="1554480"/>
            <a:ext cx="1627632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FÍSICAS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5776" y="1801368"/>
            <a:ext cx="1627632" cy="3474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359,134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22592" y="1417320"/>
            <a:ext cx="19202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8896" y="1554480"/>
            <a:ext cx="1627632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BINARIOS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68896" y="1801368"/>
            <a:ext cx="1627632" cy="3474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59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25712" y="1417320"/>
            <a:ext cx="19202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72016" y="1554480"/>
            <a:ext cx="1627632" cy="21945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OMITIDOS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6" y="1801368"/>
            <a:ext cx="1627632" cy="34747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651760"/>
            <a:ext cx="10881360" cy="3520440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100" b="0">
                <a:solidFill>
                  <a:srgbClr val="E8E8DE"/>
                </a:solidFill>
                <a:latin typeface="Cascadia Mono"/>
              </a:rPr>
              <a:t>LENGUAJE                FILES   EFECTIVAS    FISICAS   SHARE
Python                   653    174,024   256,768  69.3%
Markdown                 188     30,997    41,299  12.3%
JavaScript                37     18,377    24,069   7.3%
Other text                51     11,909    14,217   4.7%
CSS                       11      6,547     8,673   2.6%
YAML                      93      2,137     5,601   0.9%
PowerShell                11      1,770     2,429   0.7%
Prompt template            2      1,247     1,379   0.5%
HTML                       4      1,156     1,201   0.5%
Text                       7      1,155     1,469   0.5%
JSON                      18      1,054     1,054   0.4%
JavaScript module          2        457       562   0.2%
Batch                      4        264       380   0.1%
Protocol Buffers           1         20        33   0.0%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TOP 14 DEL TREE TRACKED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Files con más líneas efectivas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44752"/>
            <a:ext cx="10927080" cy="4892040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8,715  12,772
Tlamatini/agent/tests.py                                Python         5,827   7,638
Tlamatini/agent/doc_generation/complete_project_docs.py Python         4,433   4,939
BookOfTlamatini.md                                      Markdown       3,577   5,030
Tlamatini/agent/tools.py                                Python         3,214   4,858
Tlamatini/agent/agents/latexer/latexer.py               Python         3,151   4,593
BookOfTlamatini.md.en_original                          Other text     2,543   3,602
docs/research/spanish-localization/DESIGN.md            Markdown       2,414   3,117
Tlamatini/agent/agents/flowcreator/agentic_skill.md     Markdown       2,382   2,625
...ini/agent/static/agent/css/agentic_control_panel.css CSS            2,084   2,905
Tlamatini/agent/external_mcp_manager.py                 Python         2,068   2,606
Tlamatini/agent/agents/stm32er/stm32er.py               Python         1,983   2,694
Tlamatini/agent/chat_agent_registry.py                  Python         1,967   2,018
Tlamatini/agent/static/agent/css/agent_page.css         CSS            1,878   2,426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RELEASE Y COMMITS RECIENTES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Trazabilidad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417320"/>
            <a:ext cx="10561320" cy="4617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41732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618488"/>
            <a:ext cx="10158984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Commits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075688"/>
            <a:ext cx="10158984" cy="3813048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2026-09-03  272d6ac  Bumping-2 version to 1.50.6s everywhere,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2026-09-03  2a009dd  Erasing som images of old session, useless,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2026-09-03  9c86d8f  Bumping version to 1.50.6s everywhere,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2026-09-03  483f7a2  Bumping version to 1.50.6s everywhere,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2026-09-03  4e81e69  Paired functionality with Tlamatini (english),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2026-08-29  1339fc7  General Tlamaitni-Spanish  assets pairing,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2026-08-28  58e3436  Googler improvement phase 1 under paired Tlamatinis staging, by Tlamatini's-AutoBot.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2026-08-28  507b50b  Bumping documentation to version 1.50.2s,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2026-08-27  d35cad0  Paired to Tlamatini 8english) by Tlamatini-Spanish's Claude, by angelahack1</a:t>
            </a:r>
          </a:p>
          <a:p>
            <a:pPr>
              <a:spcAft>
                <a:spcPts val="4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t>2026-08-23  185c736  Paired with Tlamatini (english), Created the NetSpeed-Calculator agent,  Improving Google (dorking caps), by angelahack1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1/44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.mcp.json
|-- 10000xRedesignOfUpdatingMechanicsOnTlamatini.md
|-- _acpx_pipeline_demo_report.md
|-- ACPX.md
|-- agents_descriptions.es.md
|-- agents_descriptions.md
|-- apply_update.ps1
|-- audit_dependencies.py
|-- backup_db.py
|-- BookOfTlamatini.md
|-- BookOfTlamatini.md.en_original
|-- build.py
|-- build_all.cmd
|-- build_complete_private_release.py
|-- build_complete_public_release.py
|-- build_installer.py
|-- build_uninstaller.py
|-- check_private_data.py
|-- Claude-Desktop-KALI-MCP-Session.md
|-- CLAUDE.md
|-- copy_source_assets.py
|-- CreateShortcut.json
|-- CreateShortcut.ps1
|-- DesignOfIncludingMemoryMCPS.txt
|-- Discoverier-new-agent.md
|-- eslint.config.mjs
|-- example_of_prompt_to_make_de-compresser_agent.txt
|-- FirstFinalPlanToSpeedUp.md
|-- freeingport8000.ps1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2/44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GEMINI.md
|-- git_deny_go.py
|-- install.py
|-- KIMI.md
|-- LICENSE
|-- MCPMemoriesFlowCreation.flw
|-- MessagingConnectorAssistant_Design.md
|-- OllamaPricing.png
|-- OOB_shift_reaper-and-NAMU-Design.pdf
|-- package.json
|-- PIVOT_CHANGES.md
|-- pnpm-lock.yaml
|-- preserved_user_state.json
|-- private_targets.example.json
|-- PromptDesigner.jpg
|-- README.md
|-- README.md.en_original
|-- regen_secrets.py
|-- register_flw.ps1
|-- RemoveShortcut.ps1
|-- requirements.txt
|-- surgical_improving_speed_of_Tlamatini_by_a_factor_of_3X.md
|-- test_author_banner.py
|-- test_check_private_data.py
|-- test_perf_3x_visual.py
|-- test_private_data_guard.py
|-- Tlamatini-Kali-Setup.md
|-- Tlamatini-Moded-For-FlowPills-2nd-Sprint.md
|-- Tlamatini-Moded-For-Flowpills.md
|-- Tlamatini.ico
|-- Tlamatini.jpg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3/44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Tlamatini.ps1
|-- tlamatini_acpx.py
|-- tlamatini_app_summary.pdf
|-- Tlamatini_eXtended_Artificial_Intelligence_Humanly_Tempered.pptx
|-- TLAMATINI_MCP.md
|-- tlamatini_mcp_server.py
|-- Tlamatini_NIGHTLY_PERFORMANCE_REPORT.md
|-- TlamatiniJudgementDay.md
|-- uncommit-keys.bat
|-- uninstall.py
|-- unregister_flw.ps1
|-- VERSIONING.md
|-- versioning.py
|-- .claude/
|   |-- settings.json
|   |-- hooks/
|   |   |-- announce_skills.py
|   |   `-- test_announce_skills.py
|   |-- memory/
|   |   |-- feedback_agent_naming_conventions.md
|   |   |-- feedback_dont_overbuild_exec_safety.md
|   |   |-- feedback_hard_real_scenario_tests.md
|   |   |-- feedback_main_branch_only.md
|   |   |-- feedback_package_json_version_bump.md
|   |   |-- feedback_run_tlamatini_agents_visible.md
|   |   |-- feedback_state_constraints_upfront.md
|   |   |-- feedback_track_changes_pivot_file.md
|   |   |-- feedback_update_agent_docs.md
|   |   |-- feedback_user_owns_git.md
|   |   |-- MEMORY.md
|   |   |-- project_acpx_oneshot_prompt.md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4/44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|   |-- project_acpx_skills_menu.md
|   |   |-- project_acpx_toggle_skills.md
|   |   |-- project_acpxer_added.md
|   |   |-- project_agent_table_wiped_on_boot.md
|   |   |-- project_arduiner_agent.md
|   |   |-- project_ask_execs_feature.md
|   |   |-- project_audioplayer_agent.md
|   |   |-- project_build_concurrency_guard.md
|   |   |-- project_build_tests_and_installer_enterkey.md
|   |   |-- project_camcorder_agent.md
|   |   |-- project_carried_python_for_agents.md
|   |   |-- project_conjunction_parser_fix.md
|   |   |-- project_daily_chat_test_skill.md
|   |   |-- project_desktop_ui_lifecycle.md
|   |   |-- project_director_virtuoso_demo_prompts.md
|   |   |-- project_doc_refresh_2026_05_06.md
|   |   |-- project_doc_refresh_2026_05_08.md
|   |   |-- project_doc_refresh_2026_05_09.md
|   |   |-- project_eight_fixes_2026_05_07.md
|   |   |-- project_emailer_recmailer_oneshot.md
|   |   |-- project_embedding_memory_guard.md
|   |   |-- project_esp32er_agent.md
|   |   |-- project_execute_command_bounded_fix.md
|   |   |-- project_execute_file_foreground_fix.md
|   |   |-- project_external_exec_safety_layer.md
|   |   |-- project_flow_compiler_dialog_wins.md
|   |   |-- project_ghost_distinfo_dependency_audit.md
|   |   |-- project_kalier_agent.md
|   |   |-- project_keyboarder_wrapped_2026_05_07.md
|   |   |-- project_latexer_agent.md
|   |   |-- project_living_canvas_dropped.md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5/44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|   |-- project_mouser_wrapped_2026_05_07.md
|   |   |-- project_native_picker_tcltk_fix.md
|   |   |-- project_native_toast.md
|   |   |-- project_netspeed_calculator_agent.md
|   |   |-- project_numpy_pyinstaller.md
|   |   |-- project_ollama_source_build_breaks_embeddings.md
|   |   |-- project_pdfer_agent.md
|   |   |-- project_planner_followup.md
|   |   |-- project_playwrighter_agent.md
|   |   |-- project_playwrighter_hold_open.md
|   |   |-- project_prompt_catalog_mode_badges.md
|   |   |-- project_pythonxer_forkbomb_fix.md
|   |   |-- project_pythonxer_strict_ruff_gate.md
|   |   |-- project_quote_apostrophe_fix_2026_05_07.md
|   |   |-- project_reaper_console_window_fix.md
|   |   |-- project_recorder_agent.md
|   |   |-- project_reviewer_analyzer_agents.md
|   |   |-- project_reviewer_analyzer_demo_prompts.md
|   |   |-- project_reviewer_committed_secrets_falsepos.md
|   |   |-- project_secret_leak_recovery.md
|   |   |-- project_stm32er_agent.md
|   |   |-- project_stm32er_bootstrap_preflight.md
|   |   |-- project_stm32er_demo_prompts.md
|   |   |-- project_stm32er_docs_libs_parametrizer.md
|   |   |-- project_stm32er_hil_serial_proof_fix.md
|   |   |-- project_stm32er_tests.md
|   |   |-- project_summarizer_oneshot_mode.md
|   |   |-- project_taskbar_flash_attention.md
|   |   |-- project_teletlamatini_acpx.md
|   |   |-- project_temp_templates_policy.md
|   |   |-- project_unity_mcp_declined.md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6/44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|   |-- project_unrealer_expanded_surface.md
|   |   |-- project_versioning_2026_05_15.md
|   |   |-- project_videoplayer_agent.md
|   |   |-- project_windower_agent.md
|   |   `-- user_profile.md
|   `-- skills/
|       |-- tlamatini-agent-creation/
|       |   `-- SKILL.md
|       |-- tlamatini-agent-naming/
|       |   `-- SKILL.md
|       |-- tlamatini-daily-chat-test/
|       |   |-- .gitignore
|       |   |-- SKILL.md
|       |   `-- harness/
|       |       |-- _vis_skills.py
|       |       |-- acp_backend_banner_test.py
|       |       |-- acp_dialog_full_sweep.py
|       |       |-- acp_dialog_theme_visible.py
|       |       |-- ask_execs_regression.py
|       |       |-- bulk_toggle_behaviour.py
|       |       |-- bulk_toggle_visible.py
|       |       |-- cancel_regression.py
|       |       |-- config.py
|       |       |-- cyber_watchdog_test.py
|       |       |-- dialog_policy_visible.py
|       |       |-- dialog_theme_visible.py
|       |       |-- discoverer_1000.py
|       |       |-- flowcreator_wizard_e2e.py
|       |       |-- googler_dork_hunt.py
|       |       |-- latexer_openmp_e2e.py
|       |       |-- latexer_stepbystep_5.py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7/44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    |       |-- mcp_playwright_suite.py
|       |       |-- playwrighter_run.py
|       |       |-- preguntas_es.py
|       |       |-- prueba_1000_es.py
|       |       |-- prueba_banner_acp.py
|       |       |-- prueba_catalogo_es.py
|       |       |-- prueba_descripciones_es.py
|       |       |-- prueba_dialogos_es.py
|       |       |-- prueba_mcps_activos_primero.py
|       |       |-- prueba_piper_navegador.py
|       |       |-- prueba_saludo_y_permiso.py
|       |       |-- prueba_skills_es.py
|       |       |-- prueba_validar_es.py
|       |       |-- prueba_voz_elegida.py
|       |       |-- prueba_voz_visible.py
|       |       |-- qualify.py
|       |       |-- questions.py
|       |       |-- README.md
|       |       |-- requirements.txt
|       |       |-- run_test.py
|       |       |-- shoter_foto.py
|       |       |-- step_by_step_catalog.py
|       |       |-- talk_test.py
|       |       |-- voces_chrome.json
|       |       |-- voces_disponibles.py
|       |       |-- voces_msedge.json
|       |       |-- voz_espanol_visible.py
|       |       |-- wrapped_questions.py
|       |       `-- resultados_voz/
|       |           |-- 01_chat_abierto.png
|       |           |-- 02_hablando.png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8/44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    |           |-- 03_voz_navegador.png
|       |           |-- 04_voz_piper.png
|       |           |-- resultado.json
|       |           |-- resultado_piper_navegador.json
|       |           `-- resultado_voz_elegida.json
|       |-- tlamatini-longrun-endurance/
|       |   |-- SKILL.md
|       |   `-- harness/
|       |       |-- endurance.py
|       |       `-- summarize.py
|       |-- tlamatini-self-modify-inclusion/
|       |   |-- SKILL.md
|       |   `-- scripts/
|       |       `-- sweep_self_modify.py
|       `-- tlamatini-self-update-inclusion/
|           |-- SKILL.md
|           `-- scripts/
|               `-- sweep_self_update.py
|-- .gemini/
|   `-- skills/
|       |-- tlamatini-agent-creation/
|       |   `-- SKILL.md
|       |-- tlamatini-agent-naming/
|       |   `-- SKILL.md
|       |-- tlamatini-daily-chat-test/
|       |   |-- .gitignore
|       |   |-- SKILL.md
|       |   `-- harness/
|       |       |-- acp_backend_banner_test.py
|       |       |-- acp_dialog_full_sweep.py
|       |       |-- acp_dialog_theme_visible.py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9/44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    |       |-- ask_execs_regression.py
|       |       |-- bulk_toggle_behaviour.py
|       |       |-- bulk_toggle_visible.py
|       |       |-- cancel_regression.py
|       |       |-- config.py
|       |       |-- cyber_watchdog_test.py
|       |       |-- dialog_policy_visible.py
|       |       |-- dialog_theme_visible.py
|       |       |-- discoverer_1000.py
|       |       |-- flowcreator_wizard_e2e.py
|       |       |-- googler_dork_hunt.py
|       |       |-- latexer_openmp_e2e.py
|       |       |-- latexer_stepbystep_5.py
|       |       |-- mcp_playwright_suite.py
|       |       |-- playwrighter_run.py
|       |       |-- qualify.py
|       |       |-- questions.py
|       |       |-- README.md
|       |       |-- requirements.txt
|       |       |-- run_test.py
|       |       |-- shoter_shot.py
|       |       |-- step_by_step_catalog.py
|       |       |-- talk_test.py
|       |       `-- wrapped_questions.py
|       |-- tlamatini-self-modify-inclusion/
|       |   |-- SKILL.md
|       |   `-- scripts/
|       |       `-- sweep_self_modify.py
|       `-- tlamatini-self-update-inclusion/
|           |-- SKILL.md
|           `-- scripts/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10/44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            `-- sweep_self_update.py
|-- .github/
|   `-- workflows/
|       `-- name-guard.yml
|-- .scanning/
|   `-- finding-policy.json
|-- AuxTests/
|   `-- mypdf2.py
|-- demo_flows/
|   |-- demo1_globber_to_parametrizer_to_zavuerer.flw
|   |-- demo2_apirer_to_parametrizer_to_zavuerer.flw
|   `-- demo3_zavuerer_health_to_parametrizer_to_filecreator.flw
|-- docs/
|   |-- companion-app-discovery.md
|   |-- estado-actual-v1.50.6s.md
|   |-- external_mcp_bulletproof_architecture.md
|   |-- stm32er_all_families_proposal.md
|   |-- claude/
|   |   |-- acpx.md
|   |   |-- agents.md
|   |   |-- architecture.md
|   |   |-- exec-report.md
|   |   |-- frontend.md
|   |   |-- gotchas.md
|   |   |-- INDEX.md
|   |   |-- mcp-tools.md
|   |   |-- multi-turn.md
|   |   `-- recent-fixes.md
|   `-- research/
|       `-- spanish-localization/
|           |-- DESIGN.md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11/44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        |-- EDITORIAL-NOTES-stage0.md
|           |-- generate_terminology.py
|           |-- PAPER-v2.md
|           |-- PAPER.md
|           |-- README.md
|           |-- TERMINOLOGY.md
|           |-- paper/
|           |   |-- nepantla.aux
|           |   |-- nepantla.bbl
|           |   |-- nepantla.bib
|           |   |-- nepantla.blg
|           |   |-- nepantla.pdf
|           |   |-- nepantla.synctex.gz
|           |   |-- nepantla.tex
|           |   |-- nepantla.toc
|           |   `-- sections/
|           |       |-- 00-abstract.tex
|           |       |-- 01-introduction.tex
|           |       |-- 02-boundary.tex
|           |       |-- 03-framework.tex
|           |       |-- 04-upstream.tex
|           |       |-- 05-substrate.tex
|           |       |-- 06-nepantla.tex
|           |       |-- 07-models.tex
|           |       |-- 08-evaluation.tex
|           |       |-- 09-threats.tex
|           |       `-- 10-conclusion.tex
|           `-- reference_impl/
|               |-- detector.py
|               |-- noninferiority.py
|               |-- normalize.py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12/44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            `-- policy.py
|-- Paper/
|   |-- nepantla.aux
|   |-- nepantla.bbl
|   |-- nepantla.bib
|   |-- nepantla.blg
|   |-- nepantla.pdf
|   |-- nepantla.synctex.gz
|   |-- nepantla.tex
|   |-- nepantla.toc
|   `-- sections/
|       |-- 00-abstract.tex
|       |-- 01-introduction.tex
|       |-- 02-boundary.tex
|       |-- 03-framework.tex
|       |-- 04-upstream.tex
|       |-- 05-substrate.tex
|       |-- 06-nepantla.tex
|       |-- 07-models.tex
|       |-- 08-evaluation.tex
|       |-- 09-threats.tex
|       |-- 10-conclusion.tex
|       `-- 11-appendix-capabilities.tex
|-- pyinstaller_hooks/
|   |-- hook-numpy.py
|   `-- hook-torch.py
|-- scripts/
|   `-- check_js_parse.mjs
|-- security/
|   |-- automated_tests_of_security_assets.py
|   |-- enable_tlamatini_v2.bat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13/44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   |-- README.md
|   |-- run_defender.bat
|   |-- tlamatini_defender.ps1
|   `-- tlamatini_whitelist_v2.ps1
|-- Tests/
|   |-- test_about_window_name_visible.py
|   |-- test_perf_3x_visual.py
|   `-- updater/
|       `-- prove_security_evidence_survives.ps1
`-- Tlamatini/
    |-- _voz_install.py
    |-- cat_art.py
    |-- manage.py
    |-- .agents/
    |   `-- workflows/
    |       `-- create_new_agent.md
    |-- .mcps/
    |   `-- create_new_mcp.md
    |-- .skills/
    |   `-- create_new_skill.md
    |-- agent/
    |   |-- __init__.py
    |   |-- access_key_wizard.py
    |   |-- admin.py
    |   |-- agent_manifest.py
    |   |-- agent_verdict.py
    |   |-- apps.py
    |   |-- cancellation.py
    |   |-- capability_registry.py
    |   |-- chain_files_search_lcel.py
    |   |-- chain_system_lcel.py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14/44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chat_agent_registry.py
    |   |-- chat_agent_runtime.py
    |   |-- chat_history_loader.py
    |   |-- command_togen_pb2.txt
    |   |-- command_watchdog.py
    |   |-- config.json
    |   |-- config_loader.py
    |   |-- constants.py
    |   |-- consumers.py
    |   |-- contacts.py
    |   |-- embedding_memory_guard.py
    |   |-- exec_permission.py
    |   |-- external_mcp_defaults.py
    |   |-- external_mcp_manager.py
    |   |-- external_mcps.json
    |   |-- filesearch.proto
    |   |-- filesearch_pb2.py
    |   |-- filesearch_pb2_grpc.py
    |   |-- global_execution_planner.py
    |   |-- global_state.py
    |   |-- gpu_perf.py
    |   |-- inet_determiner.py
    |   |-- llm_timing.py
    |   |-- local_toolcall_parser.py
    |   |-- log_identity.py
    |   |-- mcp_agent.py
    |   |-- mcp_files_search_client.py
    |   |-- mcp_files_search_server.py
    |   |-- mcp_system_client.py
    |   |-- mcp_system_server.py
    |   |-- models.py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15/44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native_dialogs.py
    |   |-- orphan_reaper.py
    |   |-- path_guard.py
    |   |-- prompt.pmt
    |   |-- rag_enhancements.py
    |   |-- routing.py
    |   |-- run_db_wal_tests.ps1
    |   |-- runtime_provisioner.py
    |   |-- self_healing.py
    |   |-- self_update.py
    |   |-- sqlite_copy.py
    |   |-- test_access_key_wizard.py
    |   |-- test_agent_display_names.py
    |   |-- test_agent_manifest.py
    |   |-- test_agent_verdict.py
    |   |-- test_agents_see_hidden_dirs.py
    |   |-- test_arduiner_agent.py
    |   |-- test_ask_execs_allowlist.py
    |   |-- test_audioplayer_agent.py
    |   |-- test_binary_guard.py
    |   |-- test_blenderer_agent.py
    |   |-- test_build_pip_quiet.py
    |   |-- test_build_scripts.py
    |   |-- test_camcorder_agent.py
    |   |-- test_canal_maquina_intacto.py
    |   |-- test_cancellation.py
    |   |-- test_chain_readiness.py
    |   |-- test_chat_bridge_bots.py
    |   |-- test_chat_history_window.py
    |   |-- test_checkbox_bulk_toggle.py
    |   |-- test_command_watchdog.py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16/44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test_contacts.py
    |   |-- test_crawler_agent.py
    |   |-- test_createsuperuser_wizard.py
    |   |-- test_ctrl_c_shutdown.py
    |   |-- test_db_backup_restore_wal.py
    |   |-- test_db_backup_safety.py
    |   |-- test_de_compresser.py
    |   |-- test_deep_research_prompt.py
    |   |-- test_deleter_safety.py
    |   |-- test_dialog_dismissal_policy.py
    |   |-- test_dialog_theme.py
    |   |-- test_discoverer_agent.py
    |   |-- test_discoverer_thousand.py
    |   |-- test_django_port_config.py
    |   |-- test_edition_version_suffix.py
    |   |-- test_editor_agent.py
    |   |-- test_embedding_memory_guard.py
    |   |-- test_esp32er_agent.py
    |   |-- test_esphomer_agent.py
    |   |-- test_exec_report_verdict.py
    |   |-- test_execute_command_bounded.py
    |   |-- test_external_mcp_add_flow.py
    |   |-- test_external_mcp_e2e.py
    |   |-- test_external_mcp_transports.py
    |   |-- test_external_mcp_universal.py
    |   |-- test_external_mcps_active_first.py
    |   |-- test_file_extractor_reader.py
    |   |-- test_flow_contracts.py
    |   |-- test_frontend_mutable_state.py
    |   |-- test_globber_agent.py
    |   |-- test_googler_agent.py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17/44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test_googler_dorks.py
    |   |-- test_grepper_agent.py
    |   |-- test_grepper_encodings.py
    |   |-- test_habla_su_propio_idioma.py
    |   |-- test_image_interpreter_agent.py
    |   |-- test_instant_messaging_doctor.py
    |   |-- test_j_decompiler_agent.py
    |   |-- test_js_gates.py
    |   |-- test_kalier_agent.py
    |   |-- test_latexer_agent.py
    |   |-- test_latexer_repair_ladder.py
    |   |-- test_latexer_suite.py
    |   |-- test_latexer_verbatim_channel.py
    |   |-- test_log_identity.py
    |   |-- test_model_caps.py
    |   |-- test_native_dialogs.py
    |   |-- test_netspeed_calculator_agent.py
    |   |-- test_ninguna_prueba_suena.py
    |   |-- test_nmapper_agent.py
    |   |-- test_no_audio_in_tests.py
    |   |-- test_orphan_reaper.py
    |   |-- test_parametrizer_mcp_doctor.py
    |   |-- test_paridad_con_el_ingles.py
    |   |-- test_password_quoting.py
    |   |-- test_pdfer_agent.py
    |   |-- test_plantillas_sin_comentarios_filtrados.py
    |   |-- test_playwrighter_agent.py
    |   |-- test_preserved_user_state.py
    |   |-- test_prompt_catalog_contiguous.py
    |   |-- test_public_release_targets.py
    |   |-- test_recorder_agent.py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18/44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test_runtime_provisioner.py
    |   |-- test_security_assets_carriage.py
    |   |-- test_self_healing.py
    |   |-- test_self_knowledge_is_current.py
    |   |-- test_self_modify_gate.py
    |   |-- test_self_update.py
    |   |-- test_shoter_toma_las_fotos.py
    |   |-- test_sin_respaldo_ingles.py
    |   |-- test_sincronia_self_modify_es.py
    |   |-- test_sqlite_wal_mode.py
    |   |-- test_status_vocabulary.py
    |   |-- test_step_by_step_mode.py
    |   |-- test_stm32er_agent.py
    |   |-- test_talker_agent.py
    |   |-- test_telegrammer_identity.py
    |   |-- test_temp_dir_policy.py
    |   |-- test_termbase_agreement.py
    |   |-- test_tool_failure_recovery.py
    |   |-- test_ui_dnt.py
    |   |-- test_ui_runtime_layer.py
    |   |-- test_unrealer_agent.py
    |   |-- test_version_guard.py
    |   |-- test_video_analyzer_agent.py
    |   |-- test_videoplayer_agent.py
    |   |-- test_voz_femenina_latam.py
    |   |-- test_voz_instalador.py
    |   |-- test_watchdog_foreground_exemption.py
    |   |-- test_web_process_stays_lean.py
    |   |-- test_whatsapper_identity.py
    |   |-- test_whisperer_agent.py
    |   |-- test_windower_agent.py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19/44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test_windows_app_registration.py
    |   |-- test_zavuerer_agent.py
    |   |-- tests.py
    |   |-- tests_perf_3x.py
    |   |-- Tlamatini.md
    |   |-- tools.py
    |   |-- tts_piper.py
    |   |-- urls.py
    |   |-- version.py
    |   |-- views.py
    |   |-- web_search_llm.py
    |   |-- window_flash.py
    |   |-- windows_app_registration.py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analyzer/
    |   |   |   |-- analyzer.py
    |   |   |   `-- config.yaml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20/44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and/
    |   |   |   |-- and.py
    |   |   |   `-- config.yaml
    |   |   |-- apirer/
    |   |   |   |-- apirer.py
    |   |   |   `-- config.yaml
    |   |   |-- arduiner/
    |   |   |   |-- arduiner.py
    |   |   |   |-- config.yaml
    |   |   |   `-- ArduinoTemplateProject/
    |   |   |       |-- ArduinoTemplateProject.ino
    |   |   |       |-- README.md
    |   |   |       |-- sketch.yaml
    |   |   |       `-- src/
    |   |   |           |-- Heartbeat.cpp
    |   |   |           `-- Heartbeat.h
    |   |   |-- asker/
    |   |   |   |-- asker.py
    |   |   |   `-- config.yaml
    |   |   |-- audioplayer/
    |   |   |   |-- audioplayer.py
    |   |   |   `-- config.yaml
    |   |   |-- barrier/
    |   |   |   |-- barrier.py
    |   |   |   |-- config.yaml
    |   |   |   `-- test_barrier.py
    |   |   |-- blenderer/
    |   |   |   |-- blenderer.py
    |   |   |   `-- config.yaml
    |   |   |-- camcorder/
    |   |   |   |-- camcorder.py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21/44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config.yaml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
    |   |   |   |-- config.yaml
    |   |   |   `-- deleter.py
    |   |   |-- discoverer/
    |   |   |   |-- config.yaml
    |   |   |   `-- discoverer.py
    |   |   |-- dockerer/
    |   |   |   |-- config.yaml
    |   |   |   `-- dockerer.py
    |   |   |-- editor/
    |   |   |   |-- config.yaml
    |   |   |   `-- editor.py
    |   |   |-- emailer/
    |   |   |   |-- config.yaml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22/44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emailer.py
    |   |   |-- ender/
    |   |   |   |-- config.yaml
    |   |   |   `-- ender.py
    |   |   |-- esp32er/
    |   |   |   |-- config.yaml
    |   |   |   `-- esp32er.py
    |   |   |-- esphomer/
    |   |   |   |-- config.yaml
    |   |   |   |-- esphomer.py
    |   |   |   `-- ESPHomeTemplateProject/
    |   |   |       |-- README.md
    |   |   |       `-- tlamatini-light.yaml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23/44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flowcreator.py
    |   |   |   `-- result_to_flw.py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globber/
    |   |   |   |-- config.yaml
    |   |   |   `-- globber.py
    |   |   |-- googler/
    |   |   |   |-- config.yaml
    |   |   |   `-- googler.py
    |   |   |-- grepper/
    |   |   |   |-- config.yaml
    |   |   |   `-- grepper.py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24/44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image_interpreter/
    |   |   |   |-- config.yaml
    |   |   |   `-- image_interpreter.py
    |   |   |-- instant_messaging_doctor/
    |   |   |   |-- config.yaml
    |   |   |   `-- instant_messaging_doctor.py
    |   |   |-- j_decompiler/
    |   |   |   |-- config.yaml
    |   |   |   `-- j_decompiler.py
    |   |   |-- jenkinser/
    |   |   |   |-- config.yaml
    |   |   |   `-- jenkinser.py
    |   |   |-- kalier/
    |   |   |   |-- config.yaml
    |   |   |   `-- kalier.py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latexer/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25/44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latexer.py
    |   |   |-- mcp_doctor/
    |   |   |   |-- config.yaml
    |   |   |   `-- mcp_doctor.py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netspeed_calculator/
    |   |   |   |-- config.yaml
    |   |   |   `-- netspeed_calculator.py
    |   |   |-- nmapper/
    |   |   |   |-- config.yaml
    |   |   |   `-- nmapper.py
    |   |   |-- node_manager/
    |   |   |   |-- config.yaml
    |   |   |   |-- node_manager.md
    |   |   |   |-- node_manager.py
    |   |   |   |-- nodes_example.json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26/44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pdfer/
    |   |   |   |-- config.yaml
    |   |   |   `-- pdfer.py
    |   |   |-- playwrighter/
    |   |   |   |-- config.yaml
    |   |   |   `-- playwrighter.py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27/44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recorder/
    |   |   |   |-- config.yaml
    |   |   |   `-- recorder.py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stm32er/
    |   |   |   |-- config.yaml
    |   |   |   `-- stm32er.py
    |   |   |-- stopper/
    |   |   |   |-- config.yaml
    |   |   |   `-- stopper.py
    |   |   |-- summarizer/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28/44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summarizer.py
    |   |   |-- talker/
    |   |   |   |-- config.yaml
    |   |   |   `-- talker.py
    |   |   |-- telegrammer/
    |   |   |   |-- config.yaml
    |   |   |   |-- HOW_TO_GET_YOUR_TELEGRAM_ASSETS.md
    |   |   |   |-- telegrammer.py
    |   |   |   `-- guide_assets/
    |   |   |       |-- telegram_01_botfather_search.jpg
    |   |   |       |-- telegram_02_newbot_token.jpg
    |   |   |       |-- telegram_03_start_bot_getupdates.jpg
    |   |   |       `-- telegram_04_tlamatini_contacts.jpg
    |   |   |-- teletlamatini/
    |   |   |   |-- config.yaml
    |   |   |   `-- teletlamatini.py
    |   |   |-- unrealer/
    |   |   |   |-- config.yaml
    |   |   |   `-- unrealer.py
    |   |   |-- video_analyzer/
    |   |   |   |-- config.yaml
    |   |   |   `-- video_analyzer.py
    |   |   |-- videoplayer/
    |   |   |   |-- config.yaml
    |   |   |   `-- videoplayer.py
    |   |   |-- whatsapper/
    |   |   |   |-- config.yaml
    |   |   |   |-- HOW_TO_GET_YOUR_WHATSAPP_ASSETS.md
    |   |   |   |-- whatsapper.py
    |   |   |   `-- guide_assets/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29/44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    |-- whatsapp_01_meta_create_app.jpg
    |   |   |       |-- whatsapp_02_api_setup_keys.jpg
    |   |   |       |-- whatsapp_03_test_recipient_send.jpg
    |   |   |       |-- whatsapp_04_system_user_token.jpg
    |   |   |       `-- whatsapp_05_tlamatini_contacts.jpg
    |   |   |-- whisperer/
    |   |   |   |-- config.yaml
    |   |   |   `-- whisperer.py
    |   |   |-- windower/
    |   |   |   |-- config.yaml
    |   |   |   `-- windower.py
    |   |   `-- zavuerer/
    |   |       |-- config.yaml
    |   |       `-- zavuerer.py
    |   |-- doc_generation/
    |   |   |-- complete_project_docs.py
    |   |   |-- mardown_to_pdf.py
    |   |   |-- refresh_project_docs.py
    |   |   `-- test_output.pdf
    |   |-- i18n/
    |   |   |-- __init__.py
    |   |   |-- dnt.py
    |   |   |-- eval_step1.py
    |   |   |-- flags.py
    |   |   |-- lexicon_es.py
    |   |   |-- model_caps.py
    |   |   |-- normalize.py
    |   |   |-- policy.py
    |   |   |-- prompts_en_backup.json
    |   |   |-- prompts_es.json
    |   |   |-- termbase_en.py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30/44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terms.csv
    |   |   `-- ui_es.py
    |   |-- images/
    |   |   |-- ACPXKeysConfigureWizard.jpg
    |   |   |-- ConfigureModels.jpg
    |   |   |-- FlowPill.jpg
    |   |   |-- HiIamTlamatini.png
    |   |   |-- LabInEnglish.mp4
    |   |   |-- LabInSpanish.mp4
    |   |   |-- MenuConfig.jpg
    |   |   |-- mockup.jpg
    |   |   |-- Modify_the_last_video_keepi.mp4
    |   |   |-- RealisticTlamatini.png
    |   |   |-- ShouldersUoTlamatini.png
    |   |   |-- Tlamatini AI Agentic Advisor Video.mp4
    |   |   |-- TlamatiniAndKyber.mp4
    |   |   |-- TlamatiniClosedMouthClosedEyes.jpg
    |   |   |-- TlamatiniClosedMouthOpenedEyes.jpg
    |   |   |-- TlamatiniDrawings.png
    |   |   |-- TlamatiniOpenedMouthClosedEyes.jpg
    |   |   |-- TlamattiniOpenedMouthOpenedEyes.jpg
    |   |   |-- TlammatiniLetsMakeSomeMagic.mp4
    |   |   |-- TorsoTlamatini.png
    |   |   |-- versions.png
    |   |   `-- XAIHT-Tlamatini.mp4
    |   |-- imaging/
    |   |   |-- converter.py
    |   |   |-- image_interpreter.py
    |   |   `-- screenshot.py
    |   |-- management/
    |   |   |-- __init__.py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31/44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32/44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33/44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
    |   |   |-- 0086_add_chat_agent_unrealer_tool.py
    |   |   |-- 0087_add_unrealer_demo_prompt.py
    |   |   |-- 0088_add_reviewer.py
    |   |   |-- 0089_add_analyzer.py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34/44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|-- 0090_add_reviewer_analyzer_demo_prompts.py
    |   |   |-- 0091_add_playwrighter.py
    |   |   |-- 0092_add_chat_agent_playwrighter_tool.py
    |   |   |-- 0093_add_windower.py
    |   |   |-- 0094_add_chat_agent_windower_tool.py
    |   |   |-- 0095_add_windower_playwrighter_demo_prompts.py
    |   |   |-- 0096_add_director_virtuoso_demo_prompts.py
    |   |   |-- 0097_add_kalier.py
    |   |   |-- 0098_add_chat_agent_kalier_tool.py
    |   |   |-- 0099_add_kalier_demo_prompts.py
    |   |   |-- 0100_add_unrealer_extended_demo_prompts.py
    |   |   |-- 0101_add_stm32er.py
    |   |   |-- 0102_add_chat_agent_stm32er_tool.py
    |   |   |-- 0103_add_stm32er_demo_prompts.py
    |   |   |-- 0104_fix_stm32er_hil_serial_proof.py
    |   |   |-- 0105_add_esp32er.py
    |   |   |-- 0106_add_chat_agent_esp32er_tool.py
    |   |   |-- 0107_add_esp32er_demo_prompts.py
    |   |   |-- 0108_add_flow_making_demo_prompt.py
    |   |   |-- 0109_add_arduiner.py
    |   |   |-- 0110_add_chat_agent_arduiner_tool.py
    |   |   |-- 0111_add_arduiner_demo_prompts.py
    |   |   |-- 0112_add_camcorder.py
    |   |   |-- 0113_add_chat_agent_camcorder_tool.py
    |   |   |-- 0114_add_recorder.py
    |   |   |-- 0115_add_chat_agent_recorder_tool.py
    |   |   |-- 0116_add_audioplayer.py
    |   |   |-- 0117_add_chat_agent_audioplayer_tool.py
    |   |   |-- 0118_add_videoplayer.py
    |   |   |-- 0119_add_chat_agent_videoplayer_tool.py
    |   |   |-- 0120_add_talker.py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35/44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|-- 0121_add_chat_agent_talker_tool.py
    |   |   |-- 0122_add_talker_demo_prompt.py
    |   |   |-- 0123_add_whisperer.py
    |   |   |-- 0124_add_chat_agent_whisperer_tool.py
    |   |   |-- 0125_add_whisperer_demo_prompt.py
    |   |   |-- 0126_add_blenderer.py
    |   |   |-- 0127_add_chat_agent_blenderer_tool.py
    |   |   |-- 0128_add_blenderer_demo_prompts.py
    |   |   |-- 0129_add_editor.py
    |   |   |-- 0130_add_chat_agent_editor_tool.py
    |   |   |-- 0131_add_editor_demo_prompts.py
    |   |   |-- 0132_add_grepper.py
    |   |   |-- 0133_add_chat_agent_grepper_tool.py
    |   |   |-- 0134_add_grepper_demo_prompts.py
    |   |   |-- 0135_add_globber.py
    |   |   |-- 0136_add_chat_agent_globber_tool.py
    |   |   |-- 0137_add_globber_demo_prompts.py
    |   |   |-- 0138_add_esphomer.py
    |   |   |-- 0139_add_chat_agent_esphomer_tool.py
    |   |   |-- 0140_add_esphomer_demo_prompts.py
    |   |   |-- 0141_add_mcp_doctor.py
    |   |   |-- 0142_add_chat_agent_mcp_doctor_tool.py
    |   |   |-- 0143_add_mcp_doctor_demo_prompt.py
    |   |   |-- 0144_insert_java17_maven_demo_prompt_at_5.py
    |   |   |-- 0145_insert_createsuperuser_wizard_prompt_at_1.py
    |   |   |-- 0146_update_createsuperuser_wizard_continuation.py
    |   |   |-- 0147_add_unreal_game_demo_prompts.py
    |   |   |-- 0148_add_discoverer_demo_prompts.py
    |   |   |-- 0149_add_discoverer.py
    |   |   |-- 0150_add_chat_agent_discoverer_tool.py
    |   |   |-- 0151_retire_old_messaging_add_telegrammer.py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36/44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|-- 0152_add_instant_messaging_doctor.py
    |   |   |-- 0153_add_chat_agent_instant_messaging_doctor_tool.py
    |   |   |-- 0154_add_instant_messaging_doctor_demo_prompt.py
    |   |   |-- 0155_add_contact_scaffold_demo_prompt.py
    |   |   |-- 0156_add_telegrammer_identity_demo_prompts.py
    |   |   |-- 0157_add_whatsapper_identity_demo_prompt.py
    |   |   |-- 0158_redesign_messaging_demo_prompts.py
    |   |   |-- 0159_add_zavuerer.py
    |   |   |-- 0160_add_chat_agent_zavuerer_tool.py
    |   |   |-- 0161_add_zavuerer_demo_prompts.py
    |   |   |-- 0162_add_zavuerer_catalog_prompts.py
    |   |   |-- 0163_add_zavuerer_get_key_wizard_prompt.py
    |   |   |-- 0164_dedup_zavuerer_setup_wizards.py
    |   |   |-- 0165_add_image_interpreter_triple_model_demo_prompt.py
    |   |   |-- 0166_add_video_analyzer.py
    |   |   |-- 0167_add_chat_agent_video_analyzer_tool.py
    |   |   |-- 0168_add_video_analyzer_demo_prompt.py
    |   |   |-- 0169_add_discoverer_cvemap_latest_demo_prompt.py
    |   |   |-- 0170_add_nmapper.py
    |   |   |-- 0171_add_chat_agent_nmapper_tool.py
    |   |   |-- 0172_add_nmapper_demo_prompts.py
    |   |   |-- 0173_add_unreal_scaffold_demo_prompt.py
    |   |   |-- 0174_unreal_scaffold_build_project_tip.py
    |   |   |-- 0175_prompt_category_and_dedup.py
    |   |   |-- 0176_delete_duplicate_acpx_prompts.py
    |   |   |-- 0177_add_stm32er_platformio_demo_prompt.py
    |   |   |-- 0178_add_stm32_stepwise_blink_camera_prompts.py
    |   |   |-- 0179_regroup_resort_prompts_no_gaps.py
    |   |   |-- 0180_add_kalier_setup_wizard_prompt.py
    |   |   |-- 0181_prompt_sort_rank.py
    |   |   |-- 0182_add_step_by_step_section_openers.py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37/44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|-- 0183_standardize_security_recon_prompts.py
    |   |   |-- 0184_standardize_prompt_params_batch2.py
    |   |   |-- 0185_standardize_prompt_params_batch3.py
    |   |   |-- 0186_add_chat_agent_flowcreator.py
    |   |   |-- 0187_add_flowcreator_end_to_end_wizard_prompt.py
    |   |   |-- 0188_add_pdfer.py
    |   |   |-- 0189_add_chat_agent_pdfer_tool.py
    |   |   |-- 0190_add_pdfer_demo_prompts.py
    |   |   |-- 0191_translate_prompt_catalog_to_spanish.py
    |   |   |-- 0192_add_latexer.py
    |   |   |-- 0193_add_chat_agent_latexer_tool.py
    |   |   |-- 0194_add_latexer_demo_prompts.py
    |   |   |-- 0195_add_deep_research_demo_prompt.py
    |   |   |-- 0196_add_netspeed_calculator.py
    |   |   |-- 0197_add_chat_agent_netspeed_calculator_tool.py
    |   |   |-- 0198_add_netspeed_calculator_demo_prompt.py
    |   |   `-- __init__.py
    |   |-- monitors/
    |   |   `-- monitor_sql.py
    |   |-- opus_client/
    |   |   |-- claude_opus_client.py
    |   |   |-- examples.py
    |   |   `-- README.md
    |   |-- rag/
    |   |   |-- __init__.py
    |   |   |-- binary_guard.py
    |   |   |-- config.py
    |   |   |-- factory.py
    |   |   |-- interaction.py
    |   |   |-- interface.py
    |   |   |-- loaders.py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38/44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adding_external_mcp/
    |   |   |   |-- SKILL.md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39/44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references/
    |   |   |       |-- external_mcp_catalog_format.md
    |   |   |       |-- llm_reflection_research.md
    |   |   |       |-- transport_guide.md
    |   |   |       `-- troubleshooting.md
    |   |   |-- code_review/
    |   |   |   `-- SKILL.md
    |   |   |-- create_new_agent/
    |   |   |   `-- SKILL.md
    |   |   |-- create_new_mcp/
    |   |   |   `-- SKILL.md
    |   |   |-- flow_making/
    |   |   |   |-- SKILL.md
    |   |   |   |-- references/
    |   |   |   |   `-- flw_schema.md
    |   |   |   `-- scripts/
    |   |   |       |-- make_flow.py
    |   |   |       `-- result_to_flw.py
    |   |   |-- github/
    |   |   |   `-- SKILL.md
    |   |   |-- gmail/
    |   |   |   `-- SKILL.md
    |   |   |-- hello_world/
    |   |   |   `-- SKILL.md
    |   |   |-- jira/
    |   |   |   `-- SKILL.md
    |   |   |-- kali_pentest/
    |   |   |   `-- SKILL.md
    |   |   |-- notion/
    |   |   |   `-- SKILL.md
    |   |   |-- roblox_studio/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40/44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41/44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trello/
    |   |   |   `-- SKILL.md
    |   |   `-- weather/
    |   |       `-- SKILL.md
    |   |-- static/
    |   |   `-- agent/
    |   |       |-- css/
    |   |       |   |-- access_keys_wizard.css
    |   |       |   |-- agent_page.css
    |   |       |   |-- agentic_control_panel.css
    |   |       |   |-- avatar.css
    |   |       |   |-- contacts_dialog.css
    |   |       |   |-- dialog_theme.css
    |   |       |   |-- external_mcps_dialog.css
    |   |       |   |-- login.css
    |   |       |   |-- skills_dialog.css
    |   |       |   |-- tools_dialog.css
    |   |       |   `-- welcome.css
    |   |       |-- img/
    |   |       |   |-- spinner.svg
    |   |       |   |-- Tlamatini.ico
    |   |       |   `-- avatar/
    |   |       |       |-- ec_mc.jpg
    |   |       |       |-- ec_mo.jpg
    |   |       |       |-- eo_mc.jpg
    |   |       |       `-- eo_mo.jpg
    |   |       |-- js/
    |   |       |   |-- access_keys_wizard.js
    |   |       |   |-- acp-agent-connectors.js
    |   |       |   |-- acp-canvas-core.js
    |   |       |   |-- acp-canvas-undo.js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42/44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acp-connection-status.js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avatar.js
    |   |       |   |-- canvas_item_dialog.js
    |   |       |   |-- chat_image_paste.js
    |   |       |   |-- chat_page_runtime_poller.js
    |   |       |   |-- checkbox_bulk_toggle.js
    |   |       |   |-- contacts_dialog.js
    |   |       |   |-- contextual_menus.js
    |   |       |   |-- dialog_policy.js
    |   |       |   |-- external_mcps_dialog.js
    |   |       |   |-- release_notes_renderer.js
    |   |       |   |-- shared-runtime-dialogs.js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43/44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skills_dialog.js
    |   |       |   `-- tools_dialog.js
    |   |       |-- sounds/
    |   |       |   |-- hypervisor_alert.wav
    |   |       |   `-- notification.wav
    |   |       `-- video/
    |   |           `-- XAIHT-Tlamatini.mp4
    |   |-- templates/
    |   |   `-- agent/
    |   |       |-- agent_page.html
    |   |       |-- agent_page.html.en
    |   |       |-- agentic_control_panel.html
    |   |       |-- agentic_control_panel.html.en
    |   |       |-- login.html
    |   |       |-- login.html.en
    |   |       |-- welcome.html
    |   |       `-- welcome.html.en
    |   |-- templatetags/
    |   |   |-- __init__.py
    |   |   `-- nepantla.py
    |   |-- test_fixtures/
    |   |   `-- talker_orpheus_tokens.txt
    |   `-- TlamatiniSourceCode/
    |       `-- README.md
    |-- DB/
    |   |-- Older/
    |   |   `-- README.md
    |   `-- ToLoad/
    |       `-- README.md
    |-- jd-cli/
    |   |-- jd-cli.bat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APPENDIX REPRODUCIBLE DESDE GIT LS-FILES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Árbol tracked completo 44/44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`-- jd-cli.jar
    |-- tests_e2e/
    |   |-- oob_child_helper.py
    |   |-- README.md
    |   |-- test_create_flow_visual.py
    |   |-- test_ctrl_c_quits_visible.py
    |   |-- test_db_backup_set_visible.py
    |   |-- test_oob_browser_visible.py
    |   |-- test_oob_namu_unit.py
    |   |-- test_prompts_catalog_visual.py
    |   |-- test_self_healing_visual.py
    |   |-- test_voice_visual.py
    |   |-- Tlamatini-Overnight-100.py
    |   `-- Tlamatini-Whatsapper-Daily-Tests.py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SOURCE, DOCS, ARTIFACTS Y PRUEBAS PERMANECEN UNIDOS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Disciplina de actualización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561320" cy="4315968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572768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773936"/>
            <a:ext cx="10158984" cy="310896"/>
          </a:xfrm>
          <a:prstGeom prst="rect">
            <a:avLst/>
          </a:prstGeom>
          <a:noFill/>
        </p:spPr>
        <p:txBody>
          <a:bodyPr wrap="square" anchor="t" lIns="12700" rIns="12700" tIns="12700" bIns="12700">
            <a:norm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Reglas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31136"/>
            <a:ext cx="10158984" cy="3511296"/>
          </a:xfrm>
          <a:prstGeom prst="rect">
            <a:avLst/>
          </a:prstGeom>
          <a:noFill/>
        </p:spPr>
        <p:txBody>
          <a:bodyPr wrap="square" anchor="t" lIns="12700" rIns="12700" tIns="25400" bIns="25400">
            <a:normAutofit/>
          </a:bodyPr>
          <a:lstStyle/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Derivar cifras y catálogo del source en cada refresh.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Separar tag publicado, main posterior y working tree local.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Regenerar PDF/PPTX, renderizar todas las páginas/slides y corregir cualquier overlap.</a:t>
            </a:r>
          </a:p>
          <a:p>
            <a:pPr>
              <a:spcAft>
                <a:spcPts val="4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t>No exponer secrets ni convertir propuestas en features anunciadas.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